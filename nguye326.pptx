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14660059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14660059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14660059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14660059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14660059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14660059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14660059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214660059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14660059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214660059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1466005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21466005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14660059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14660059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14660059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14660059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14660059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14660059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14660059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14660059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5818E"/>
                </a:solidFill>
              </a:rPr>
              <a:t>Cobalt Database project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Ngoc Nguyen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45818E"/>
                </a:solidFill>
              </a:rPr>
              <a:t>1000+</a:t>
            </a:r>
            <a:r>
              <a:rPr b="1" lang="en" sz="6000"/>
              <a:t> slides review </a:t>
            </a:r>
            <a:endParaRPr b="1" sz="60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1148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00">
                <a:solidFill>
                  <a:schemeClr val="accent5"/>
                </a:solidFill>
              </a:rPr>
              <a:t>30+</a:t>
            </a:r>
            <a:r>
              <a:rPr lang="en"/>
              <a:t> hours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428" y="0"/>
            <a:ext cx="799914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251550" y="4594500"/>
            <a:ext cx="3630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Source: https://galaktika-soft.com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PRIMARY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(OrderID),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FOREIGN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(PersonID) </a:t>
            </a:r>
            <a:r>
              <a:rPr lang="en" sz="11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REFERENCES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Persons(PersonID)To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5637"/>
            <a:ext cx="9144003" cy="25494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509275" y="357600"/>
            <a:ext cx="493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2"/>
                </a:solidFill>
              </a:rPr>
              <a:t>From this</a:t>
            </a:r>
            <a:endParaRPr b="1" sz="5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2"/>
                </a:solidFill>
                <a:highlight>
                  <a:schemeClr val="lt1"/>
                </a:highlight>
              </a:rPr>
              <a:t>To this…</a:t>
            </a:r>
            <a:endParaRPr b="1" sz="40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4256"/>
            <a:ext cx="9144000" cy="3411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0" l="0" r="0" t="3465"/>
          <a:stretch/>
        </p:blipFill>
        <p:spPr>
          <a:xfrm>
            <a:off x="627060" y="0"/>
            <a:ext cx="762553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204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Just a lot of table splitting and relating them together!</a:t>
            </a:r>
            <a:endParaRPr sz="2500"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15964" l="29898" r="23370" t="24843"/>
          <a:stretch/>
        </p:blipFill>
        <p:spPr>
          <a:xfrm>
            <a:off x="2469721" y="0"/>
            <a:ext cx="667427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0"/>
            <a:ext cx="82296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244450" y="2285400"/>
            <a:ext cx="155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5818E"/>
                </a:solidFill>
              </a:rPr>
              <a:t>The Result?</a:t>
            </a:r>
            <a:endParaRPr b="1">
              <a:solidFill>
                <a:srgbClr val="45818E"/>
              </a:solidFill>
            </a:endParaRPr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156" y="0"/>
            <a:ext cx="70840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5818E"/>
                </a:solidFill>
              </a:rPr>
              <a:t>Thank you for listening!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123" name="Google Shape;123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